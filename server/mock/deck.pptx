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DRAFT M2M deck (mock)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Disease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2.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Unmet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3.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4.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5.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remains unknown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6.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7.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- anticipated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Mock placeholder slide 8. Real content will be generated from the uploaded PDF by the sundai-powerpoint skill via the Anthropic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