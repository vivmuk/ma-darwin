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414"/>
                </a:solidFill>
                <a:latin typeface="Arial"/>
              </a:rPr>
              <a:t>Primary endpoint results require far more copy than this box can hold and the estimated rendered height will exceed the text frame.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EBEBE"/>
                </a:solidFill>
                <a:latin typeface="Times New Roman"/>
              </a:rPr>
              <a:t>Tiny gray caption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00080"/>
                </a:solidFill>
                <a:latin typeface="Georgia"/>
              </a:rPr>
              <a:t>Georgia accent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8080"/>
                </a:solidFill>
                <a:latin typeface="Calibri"/>
              </a:rPr>
              <a:t>Calibri accent</a:t>
            </a:r>
          </a:p>
        </p:txBody>
      </p:sp>
      <p:pic>
        <p:nvPicPr>
          <p:cNvPr id="6" name="Picture 5" descr="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292608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38560" y="1280160"/>
            <a:ext cx="1828800" cy="7315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377440" cy="1463040"/>
          </a:xfrm>
          <a:prstGeom prst="rect">
            <a:avLst/>
          </a:prstGeom>
          <a:solidFill>
            <a:srgbClr val="00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2011680"/>
            <a:ext cx="2377440" cy="146304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3716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B4"/>
                </a:solidFill>
                <a:latin typeface="Comic Sans MS"/>
              </a:rPr>
              <a:t>First extra bullet about secondary findings that should not crowd this slide at all.</a:t>
            </a:r>
          </a:p>
          <a:p>
            <a:r>
              <a:rPr sz="1400" b="0">
                <a:solidFill>
                  <a:srgbClr val="0000B4"/>
                </a:solidFill>
                <a:latin typeface="Comic Sans MS"/>
              </a:rPr>
              <a:t>Second extra bullet listing exploratory analyses without a clear takeaway sentence.</a:t>
            </a:r>
          </a:p>
          <a:p>
            <a:r>
              <a:rPr sz="1400" b="0">
                <a:solidFill>
                  <a:srgbClr val="0000B4"/>
                </a:solidFill>
                <a:latin typeface="Comic Sans MS"/>
              </a:rPr>
              <a:t>Third extra bullet repeating safety numbers that belong on a dedicated safety slide.</a:t>
            </a:r>
          </a:p>
          <a:p>
            <a:r>
              <a:rPr sz="1400" b="0">
                <a:solidFill>
                  <a:srgbClr val="0000B4"/>
                </a:solidFill>
                <a:latin typeface="Comic Sans MS"/>
              </a:rPr>
              <a:t>Fourth extra bullet with population notes that overfill the density budget badly.</a:t>
            </a:r>
          </a:p>
          <a:p>
            <a:r>
              <a:rPr sz="1400" b="0">
                <a:solidFill>
                  <a:srgbClr val="0000B4"/>
                </a:solidFill>
                <a:latin typeface="Comic Sans MS"/>
              </a:rPr>
              <a:t>Fifth extra bullet describing limitations that make the word count blow past eighty.</a:t>
            </a:r>
          </a:p>
          <a:p>
            <a:r>
              <a:rPr sz="1400" b="0">
                <a:solidFill>
                  <a:srgbClr val="0000B4"/>
                </a:solidFill>
                <a:latin typeface="Comic Sans MS"/>
              </a:rPr>
              <a:t>Sixth extra bullet adding baseline characteristics nobody can scan in this layout.</a:t>
            </a:r>
          </a:p>
          <a:p>
            <a:r>
              <a:rPr sz="1400" b="0">
                <a:solidFill>
                  <a:srgbClr val="0000B4"/>
                </a:solidFill>
                <a:latin typeface="Comic Sans MS"/>
              </a:rPr>
              <a:t>Seventh extra bullet guaranteeing this slide exceeds both word and bullet limits.</a:t>
            </a:r>
          </a:p>
          <a:p>
            <a:r>
              <a:rPr sz="1400" b="0">
                <a:solidFill>
                  <a:srgbClr val="0000B4"/>
                </a:solidFill>
                <a:latin typeface="Comic Sans MS"/>
              </a:rPr>
              <a:t>Eighth extra bullet so Gate 2 density must fail on this deliberately broken deck.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rial"/>
              </a:rPr>
              <a:t>Click to add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