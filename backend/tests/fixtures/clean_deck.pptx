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"/>
            <a:ext cx="10972800" cy="5486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Demo Trial 2024 — HFrEF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Arial"/>
              </a:rPr>
              <a:t>Randomized, double-blind design in adults with HFrEF.</a:t>
            </a:r>
          </a:p>
          <a:p>
            <a:r>
              <a:rPr sz="1600" b="0">
                <a:solidFill>
                  <a:srgbClr val="000000"/>
                </a:solidFill>
                <a:latin typeface="Arial"/>
              </a:rPr>
              <a:t>Primary endpoint met — HR 0.78 (95% CI 0.68–0.90).</a:t>
            </a:r>
          </a:p>
          <a:p>
            <a:r>
              <a:rPr sz="1600" b="0">
                <a:solidFill>
                  <a:srgbClr val="000000"/>
                </a:solidFill>
                <a:latin typeface="Arial"/>
              </a:rPr>
              <a:t>Serious adverse events in 18.2% of treated patients.</a:t>
            </a:r>
          </a:p>
        </p:txBody>
      </p:sp>
      <p:pic>
        <p:nvPicPr>
          <p:cNvPr id="5" name="Picture 4" descr="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